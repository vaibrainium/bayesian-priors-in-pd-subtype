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ASM Healthy Controls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ASM Healthy Controls - Behavior Fit</a:t>
            </a:r>
          </a:p>
        </p:txBody>
      </p:sp>
      <p:pic>
        <p:nvPicPr>
          <p:cNvPr id="3" name="Picture 2" descr="ASM Healthy Controls_behav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322309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ASM Healthy Controls - Parameter Comparison</a:t>
            </a:r>
          </a:p>
        </p:txBody>
      </p:sp>
      <p:pic>
        <p:nvPicPr>
          <p:cNvPr id="3" name="Picture 2" descr="ASM Healthy Controls_parame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12835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Tremor-Dominant PD Off Meds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Tremor-Dominant PD Off Meds - Behavior Fit</a:t>
            </a:r>
          </a:p>
        </p:txBody>
      </p:sp>
      <p:pic>
        <p:nvPicPr>
          <p:cNvPr id="3" name="Picture 2" descr="Tremor-Dominant PD Off Meds_behav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32230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Tremor-Dominant PD Off Meds - Parameter Comparison</a:t>
            </a:r>
          </a:p>
        </p:txBody>
      </p:sp>
      <p:pic>
        <p:nvPicPr>
          <p:cNvPr id="3" name="Picture 2" descr="Tremor-Dominant PD Off Meds_parame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12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Tremor-Dominant PD On Meds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Tremor-Dominant PD On Meds - Behavior Fit</a:t>
            </a:r>
          </a:p>
        </p:txBody>
      </p:sp>
      <p:pic>
        <p:nvPicPr>
          <p:cNvPr id="3" name="Picture 2" descr="Tremor-Dominant PD On Meds_behav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322309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Tremor-Dominant PD On Meds - Parameter Comparison</a:t>
            </a:r>
          </a:p>
        </p:txBody>
      </p:sp>
      <p:pic>
        <p:nvPicPr>
          <p:cNvPr id="3" name="Picture 2" descr="Tremor-Dominant PD On Meds_parame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12835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Bradykinetic PD Off Meds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Bradykinetic PD Off Meds - Behavior Fit</a:t>
            </a:r>
          </a:p>
        </p:txBody>
      </p:sp>
      <p:pic>
        <p:nvPicPr>
          <p:cNvPr id="3" name="Picture 2" descr="Bradykinetic PD Off Meds_behav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322309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Bradykinetic PD Off Meds - Parameter Comparison</a:t>
            </a:r>
          </a:p>
        </p:txBody>
      </p:sp>
      <p:pic>
        <p:nvPicPr>
          <p:cNvPr id="3" name="Picture 2" descr="Bradykinetic PD Off Meds_parame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12835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Bradykinetic PD On Meds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Bradykinetic PD On Meds - Behavior Fit</a:t>
            </a:r>
          </a:p>
        </p:txBody>
      </p:sp>
      <p:pic>
        <p:nvPicPr>
          <p:cNvPr id="3" name="Picture 2" descr="Bradykinetic PD On Meds_behav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322309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Bradykinetic PD On Meds - Parameter Comparison</a:t>
            </a:r>
          </a:p>
        </p:txBody>
      </p:sp>
      <p:pic>
        <p:nvPicPr>
          <p:cNvPr id="3" name="Picture 2" descr="Bradykinetic PD On Meds_parame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12835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