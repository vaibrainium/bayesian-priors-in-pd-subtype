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leak-0_tc-1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"/>
            <a:ext cx="11612880" cy="25662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79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leak-1_tc-1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"/>
            <a:ext cx="11612880" cy="25662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792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plain_ddm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"/>
            <a:ext cx="11612880" cy="25662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79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leak-0_tc-0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"/>
            <a:ext cx="11612880" cy="25652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79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leak-1_tc-0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"/>
            <a:ext cx="11612880" cy="25652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79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